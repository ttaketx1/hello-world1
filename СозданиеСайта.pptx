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15.jpeg" ContentType="image/jpeg"/>
  <Override PartName="/ppt/media/image3.jpeg" ContentType="image/jpeg"/>
  <Override PartName="/ppt/media/image14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8.jpeg" ContentType="image/jpeg"/>
  <Override PartName="/ppt/media/image2.jpeg" ContentType="image/jpeg"/>
  <Override PartName="/ppt/media/image13.jpeg" ContentType="image/jpeg"/>
  <Override PartName="/ppt/media/image7.jpeg" ContentType="image/jpeg"/>
  <Override PartName="/ppt/presentation.xml" ContentType="application/vnd.openxmlformats-officedocument.presentationml.presentation.main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21243-CF88-485B-AC34-5A1F88C35D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E7EBEA-A18A-4F89-AD0A-635DCB50AE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FA8D67-BB73-40AB-8849-155D208C10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A19485-060A-4C92-AB49-FCFD8AF6CB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623051F-889D-4BDB-ABE2-E8DFC016AD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19E291B-5D16-4831-BE55-F27890B6E4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D45041-0BA7-4F41-864A-C64F2D097E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7A10E84-28AE-4E75-9BA2-405E9329E4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2F8772C-BA27-4D7C-A7AF-6386ADC19D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C4ED6B-80AE-4EE9-BFB8-8DCD514EFF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36BD491-742C-4CB9-A057-208BD8D4C9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182865-DC50-483F-9BF4-8D6112F9740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FE2C9-660E-43D7-AA76-96B88C945B6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077EF-1CEB-47F5-9490-FF3EC634507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F65FF1-FA1F-4495-B2D0-9873B822555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909A26-CB83-449B-B329-081B6DFD25F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80DDF-5A7F-4C22-B851-268AF6CC171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46892-3575-4D21-918F-0119FE11235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C55CC-71FC-4BF8-B56B-AE37E248158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2814AB-B187-42C3-A5E1-1C9B46CA595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619779-843C-490A-AA4D-DD74876758B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4BCF00-36C5-45B0-BBF8-678D7EA62FC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signup?ref_cta=Sign+up&amp;ref_loc=header+logged+out&amp;ref_page=%2F&amp;source=header-home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Создаем свой сайт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GitHub -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бесплатный сервер для сайта во Всемирной паутине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1 Переходим на </a:t>
            </a:r>
            <a:r>
              <a:rPr b="0" lang="en" sz="28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https://github.com/signup?ref_cta=Sign+up&amp;ref_loc=header+logged+out&amp;ref_page=%2F&amp;source=header-home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вводим свои данные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Рисунок 4" descr=""/>
          <p:cNvPicPr/>
          <p:nvPr/>
        </p:nvPicPr>
        <p:blipFill>
          <a:blip r:embed="rId2"/>
          <a:stretch/>
        </p:blipFill>
        <p:spPr>
          <a:xfrm>
            <a:off x="389520" y="3635280"/>
            <a:ext cx="5453280" cy="2986200"/>
          </a:xfrm>
          <a:prstGeom prst="rect">
            <a:avLst/>
          </a:prstGeom>
          <a:ln w="0">
            <a:noFill/>
          </a:ln>
        </p:spPr>
      </p:pic>
      <p:sp>
        <p:nvSpPr>
          <p:cNvPr id="71" name="Стрелка вправо 5"/>
          <p:cNvSpPr/>
          <p:nvPr/>
        </p:nvSpPr>
        <p:spPr>
          <a:xfrm>
            <a:off x="6095880" y="4650120"/>
            <a:ext cx="1285920" cy="36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2" name="Рисунок 7" descr=""/>
          <p:cNvPicPr/>
          <p:nvPr/>
        </p:nvPicPr>
        <p:blipFill>
          <a:blip r:embed="rId3"/>
          <a:stretch/>
        </p:blipFill>
        <p:spPr>
          <a:xfrm>
            <a:off x="8557920" y="3362040"/>
            <a:ext cx="2097000" cy="331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2 Создаем структуру сайта – нажать на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New repository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Объект 4" descr=""/>
          <p:cNvPicPr/>
          <p:nvPr/>
        </p:nvPicPr>
        <p:blipFill>
          <a:blip r:embed="rId1"/>
          <a:stretch/>
        </p:blipFill>
        <p:spPr>
          <a:xfrm>
            <a:off x="1339920" y="1773000"/>
            <a:ext cx="8851680" cy="331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3 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С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оздать 2 разных репозитория  </a:t>
            </a:r>
            <a:br>
              <a:rPr sz="4400"/>
            </a:b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(нажимать 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reate repository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Объект 4" descr=""/>
          <p:cNvPicPr/>
          <p:nvPr/>
        </p:nvPicPr>
        <p:blipFill>
          <a:blip r:embed="rId1"/>
          <a:stretch/>
        </p:blipFill>
        <p:spPr>
          <a:xfrm>
            <a:off x="919440" y="1769760"/>
            <a:ext cx="4688280" cy="4350960"/>
          </a:xfrm>
          <a:prstGeom prst="rect">
            <a:avLst/>
          </a:prstGeom>
          <a:ln w="0">
            <a:noFill/>
          </a:ln>
        </p:spPr>
      </p:pic>
      <p:pic>
        <p:nvPicPr>
          <p:cNvPr id="77" name="Рисунок 6" descr=""/>
          <p:cNvPicPr/>
          <p:nvPr/>
        </p:nvPicPr>
        <p:blipFill>
          <a:blip r:embed="rId2"/>
          <a:stretch/>
        </p:blipFill>
        <p:spPr>
          <a:xfrm>
            <a:off x="6385680" y="1690560"/>
            <a:ext cx="4436640" cy="454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4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Добавить файл в репозиторий – открыть страницу репозитория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9" name="Объект 4" descr=""/>
          <p:cNvPicPr/>
          <p:nvPr/>
        </p:nvPicPr>
        <p:blipFill>
          <a:blip r:embed="rId1"/>
          <a:stretch/>
        </p:blipFill>
        <p:spPr>
          <a:xfrm>
            <a:off x="738000" y="1690560"/>
            <a:ext cx="10515240" cy="2628720"/>
          </a:xfrm>
          <a:prstGeom prst="rect">
            <a:avLst/>
          </a:prstGeom>
          <a:ln w="0">
            <a:noFill/>
          </a:ln>
        </p:spPr>
      </p:pic>
      <p:pic>
        <p:nvPicPr>
          <p:cNvPr id="80" name="Рисунок 7" descr=""/>
          <p:cNvPicPr/>
          <p:nvPr/>
        </p:nvPicPr>
        <p:blipFill>
          <a:blip r:embed="rId2"/>
          <a:stretch/>
        </p:blipFill>
        <p:spPr>
          <a:xfrm>
            <a:off x="3962520" y="5529600"/>
            <a:ext cx="2133360" cy="583920"/>
          </a:xfrm>
          <a:prstGeom prst="rect">
            <a:avLst/>
          </a:prstGeom>
          <a:ln w="0">
            <a:noFill/>
          </a:ln>
        </p:spPr>
      </p:pic>
      <p:sp>
        <p:nvSpPr>
          <p:cNvPr id="81" name="Заголовок 1"/>
          <p:cNvSpPr/>
          <p:nvPr/>
        </p:nvSpPr>
        <p:spPr>
          <a:xfrm>
            <a:off x="637560" y="410832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5 На странице репозитория нажать на ссылку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6 Из Вашей домашней папки загрузить презентацию СетьВводный.p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ptx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Объект 4" descr=""/>
          <p:cNvPicPr/>
          <p:nvPr/>
        </p:nvPicPr>
        <p:blipFill>
          <a:blip r:embed="rId1"/>
          <a:stretch/>
        </p:blipFill>
        <p:spPr>
          <a:xfrm>
            <a:off x="838080" y="1594080"/>
            <a:ext cx="10515240" cy="4279320"/>
          </a:xfrm>
          <a:prstGeom prst="rect">
            <a:avLst/>
          </a:prstGeom>
          <a:ln w="0">
            <a:noFill/>
          </a:ln>
        </p:spPr>
      </p:pic>
      <p:sp>
        <p:nvSpPr>
          <p:cNvPr id="84" name="Заголовок 1"/>
          <p:cNvSpPr/>
          <p:nvPr/>
        </p:nvSpPr>
        <p:spPr>
          <a:xfrm>
            <a:off x="838080" y="6066360"/>
            <a:ext cx="1051524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7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Нажать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Commit Changes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Д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олжно получиться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Объект 5" descr=""/>
          <p:cNvPicPr/>
          <p:nvPr/>
        </p:nvPicPr>
        <p:blipFill>
          <a:blip r:embed="rId1"/>
          <a:stretch/>
        </p:blipFill>
        <p:spPr>
          <a:xfrm>
            <a:off x="1631520" y="1825560"/>
            <a:ext cx="892872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9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Нажать 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dd file и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добавить код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Рисунок 4" descr=""/>
          <p:cNvPicPr/>
          <p:nvPr/>
        </p:nvPicPr>
        <p:blipFill>
          <a:blip r:embed="rId1"/>
          <a:stretch/>
        </p:blipFill>
        <p:spPr>
          <a:xfrm>
            <a:off x="1014840" y="1825560"/>
            <a:ext cx="8940240" cy="2918880"/>
          </a:xfrm>
          <a:prstGeom prst="rect">
            <a:avLst/>
          </a:prstGeom>
          <a:ln w="0">
            <a:noFill/>
          </a:ln>
        </p:spPr>
      </p:pic>
      <p:sp>
        <p:nvSpPr>
          <p:cNvPr id="90" name="Заголовок 1"/>
          <p:cNvSpPr/>
          <p:nvPr/>
        </p:nvSpPr>
        <p:spPr>
          <a:xfrm>
            <a:off x="912600" y="4745160"/>
            <a:ext cx="10515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9329"/>
          </a:bodyPr>
          <a:p>
            <a:pPr defTabSz="914400">
              <a:lnSpc>
                <a:spcPct val="90000"/>
              </a:lnSpc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10 Вместо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Name your file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ввести 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ndex.html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Заголовок 1"/>
          <p:cNvSpPr/>
          <p:nvPr/>
        </p:nvSpPr>
        <p:spPr>
          <a:xfrm>
            <a:off x="912600" y="520272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Нажать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Commit changes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Превращаем репозиторий в сайт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Нажимаем на вкладку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Settings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Выбираем слева P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Объект 4" descr=""/>
          <p:cNvPicPr/>
          <p:nvPr/>
        </p:nvPicPr>
        <p:blipFill>
          <a:blip r:embed="rId1"/>
          <a:stretch/>
        </p:blipFill>
        <p:spPr>
          <a:xfrm>
            <a:off x="838080" y="2304000"/>
            <a:ext cx="10515240" cy="26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13 У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станавливаем как на картинке ниже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Объект 4" descr=""/>
          <p:cNvPicPr/>
          <p:nvPr/>
        </p:nvPicPr>
        <p:blipFill>
          <a:blip r:embed="rId1"/>
          <a:stretch/>
        </p:blipFill>
        <p:spPr>
          <a:xfrm>
            <a:off x="1026360" y="1825560"/>
            <a:ext cx="1013868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14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Нажимаем на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Visit site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Получаем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Рисунок 6" descr=""/>
          <p:cNvPicPr/>
          <p:nvPr/>
        </p:nvPicPr>
        <p:blipFill>
          <a:blip r:embed="rId1"/>
          <a:stretch/>
        </p:blipFill>
        <p:spPr>
          <a:xfrm>
            <a:off x="838080" y="2359800"/>
            <a:ext cx="10929600" cy="106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15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Отредактируйте файл 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ndex.html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Нажмите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Commite Changes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17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Снова нажмите 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ommite Changes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Рисунок 4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886240" cy="2776320"/>
          </a:xfrm>
          <a:prstGeom prst="rect">
            <a:avLst/>
          </a:prstGeom>
          <a:ln w="0">
            <a:noFill/>
          </a:ln>
        </p:spPr>
      </p:pic>
      <p:pic>
        <p:nvPicPr>
          <p:cNvPr id="103" name="Рисунок 6" descr=""/>
          <p:cNvPicPr/>
          <p:nvPr/>
        </p:nvPicPr>
        <p:blipFill>
          <a:blip r:embed="rId2"/>
          <a:stretch/>
        </p:blipFill>
        <p:spPr>
          <a:xfrm>
            <a:off x="9129240" y="3879360"/>
            <a:ext cx="2819520" cy="2885400"/>
          </a:xfrm>
          <a:prstGeom prst="rect">
            <a:avLst/>
          </a:prstGeom>
          <a:ln w="0">
            <a:noFill/>
          </a:ln>
        </p:spPr>
      </p:pic>
      <p:sp>
        <p:nvSpPr>
          <p:cNvPr id="104" name="Стрелка вправо 7"/>
          <p:cNvSpPr/>
          <p:nvPr/>
        </p:nvSpPr>
        <p:spPr>
          <a:xfrm>
            <a:off x="6561360" y="5560560"/>
            <a:ext cx="2567520" cy="147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18 И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зменения наступят не сразу – подождите до 5 минут и снова откройте сайт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Получилось увидеть две ссылки на файлы с русским и английским названием?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 русским названием в имени ссылка не будет работать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15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Добавьте </a:t>
            </a:r>
            <a:r>
              <a:rPr b="1" lang="ru-RU" sz="4400" spc="-1" strike="noStrike">
                <a:solidFill>
                  <a:srgbClr val="c00000"/>
                </a:solidFill>
                <a:latin typeface="Calibri Light"/>
              </a:rPr>
              <a:t>одного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пользователя к своему проекту для совместной работы в облаке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83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Нажимаете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people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добавляете имя пользователя с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GitHub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(не адрес электронной почты 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" name="Рисунок 4" descr=""/>
          <p:cNvPicPr/>
          <p:nvPr/>
        </p:nvPicPr>
        <p:blipFill>
          <a:blip r:embed="rId1"/>
          <a:stretch/>
        </p:blipFill>
        <p:spPr>
          <a:xfrm>
            <a:off x="949320" y="2818080"/>
            <a:ext cx="7772040" cy="367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16 Партнер подключается к Вашему сайту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Создает строку 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index.html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это общий сайт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</TotalTime>
  <Application>LibreOffice/7.6.7.2$Linux_X86_64 LibreOffice_project/60$Build-2</Application>
  <AppVersion>15.0000</AppVersion>
  <Words>256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2025-11-16T06:58:14Z</dcterms:created>
  <dc:creator>Елена Демидова</dc:creator>
  <dc:description/>
  <dc:language>ru-RU</dc:language>
  <cp:lastModifiedBy/>
  <dcterms:modified xsi:type="dcterms:W3CDTF">2025-11-19T10:34:29Z</dcterms:modified>
  <cp:revision>43</cp:revision>
  <dc:subject/>
  <dc:title>Создаем свой сайт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15</vt:i4>
  </property>
</Properties>
</file>